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86" r:id="rId3"/>
    <p:sldId id="387" r:id="rId4"/>
    <p:sldId id="388" r:id="rId5"/>
    <p:sldId id="389" r:id="rId6"/>
    <p:sldId id="390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04D955-EEBA-43A9-9FC9-11845B63FA73}" v="182" dt="2025-11-11T16:35:23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5" autoAdjust="0"/>
    <p:restoredTop sz="91785" autoAdjust="0"/>
  </p:normalViewPr>
  <p:slideViewPr>
    <p:cSldViewPr snapToGrid="0" snapToObjects="1">
      <p:cViewPr varScale="1">
        <p:scale>
          <a:sx n="118" d="100"/>
          <a:sy n="118" d="100"/>
        </p:scale>
        <p:origin x="300" y="43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rishna" userId="1da9ca94-ee30-4294-af17-4bf1db79f351" providerId="ADAL" clId="{5E04D955-EEBA-43A9-9FC9-11845B63FA73}"/>
    <pc:docChg chg="addSld delSld modSld sldOrd">
      <pc:chgData name="Arvind Krishna" userId="1da9ca94-ee30-4294-af17-4bf1db79f351" providerId="ADAL" clId="{5E04D955-EEBA-43A9-9FC9-11845B63FA73}" dt="2025-11-11T16:35:23.066" v="287" actId="20577"/>
      <pc:docMkLst>
        <pc:docMk/>
      </pc:docMkLst>
      <pc:sldChg chg="modSp mod">
        <pc:chgData name="Arvind Krishna" userId="1da9ca94-ee30-4294-af17-4bf1db79f351" providerId="ADAL" clId="{5E04D955-EEBA-43A9-9FC9-11845B63FA73}" dt="2025-11-11T16:34:18.422" v="206" actId="404"/>
        <pc:sldMkLst>
          <pc:docMk/>
          <pc:sldMk cId="4154333393" sldId="256"/>
        </pc:sldMkLst>
        <pc:spChg chg="mod">
          <ac:chgData name="Arvind Krishna" userId="1da9ca94-ee30-4294-af17-4bf1db79f351" providerId="ADAL" clId="{5E04D955-EEBA-43A9-9FC9-11845B63FA73}" dt="2025-11-11T16:34:18.422" v="206" actId="404"/>
          <ac:spMkLst>
            <pc:docMk/>
            <pc:sldMk cId="4154333393" sldId="256"/>
            <ac:spMk id="3" creationId="{00000000-0000-0000-0000-000000000000}"/>
          </ac:spMkLst>
        </pc:spChg>
      </pc:sldChg>
      <pc:sldChg chg="del">
        <pc:chgData name="Arvind Krishna" userId="1da9ca94-ee30-4294-af17-4bf1db79f351" providerId="ADAL" clId="{5E04D955-EEBA-43A9-9FC9-11845B63FA73}" dt="2025-11-11T16:28:13.115" v="22" actId="47"/>
        <pc:sldMkLst>
          <pc:docMk/>
          <pc:sldMk cId="2510462584" sldId="257"/>
        </pc:sldMkLst>
      </pc:sldChg>
      <pc:sldChg chg="del">
        <pc:chgData name="Arvind Krishna" userId="1da9ca94-ee30-4294-af17-4bf1db79f351" providerId="ADAL" clId="{5E04D955-EEBA-43A9-9FC9-11845B63FA73}" dt="2025-11-11T16:28:13.664" v="25" actId="47"/>
        <pc:sldMkLst>
          <pc:docMk/>
          <pc:sldMk cId="3402256720" sldId="266"/>
        </pc:sldMkLst>
      </pc:sldChg>
      <pc:sldChg chg="del">
        <pc:chgData name="Arvind Krishna" userId="1da9ca94-ee30-4294-af17-4bf1db79f351" providerId="ADAL" clId="{5E04D955-EEBA-43A9-9FC9-11845B63FA73}" dt="2025-11-11T16:28:13.508" v="24" actId="47"/>
        <pc:sldMkLst>
          <pc:docMk/>
          <pc:sldMk cId="700999386" sldId="270"/>
        </pc:sldMkLst>
      </pc:sldChg>
      <pc:sldChg chg="del">
        <pc:chgData name="Arvind Krishna" userId="1da9ca94-ee30-4294-af17-4bf1db79f351" providerId="ADAL" clId="{5E04D955-EEBA-43A9-9FC9-11845B63FA73}" dt="2025-11-11T16:28:07.343" v="11" actId="47"/>
        <pc:sldMkLst>
          <pc:docMk/>
          <pc:sldMk cId="3894900208" sldId="281"/>
        </pc:sldMkLst>
      </pc:sldChg>
      <pc:sldChg chg="del">
        <pc:chgData name="Arvind Krishna" userId="1da9ca94-ee30-4294-af17-4bf1db79f351" providerId="ADAL" clId="{5E04D955-EEBA-43A9-9FC9-11845B63FA73}" dt="2025-11-11T16:28:14.319" v="27" actId="47"/>
        <pc:sldMkLst>
          <pc:docMk/>
          <pc:sldMk cId="2739165319" sldId="284"/>
        </pc:sldMkLst>
      </pc:sldChg>
      <pc:sldChg chg="del">
        <pc:chgData name="Arvind Krishna" userId="1da9ca94-ee30-4294-af17-4bf1db79f351" providerId="ADAL" clId="{5E04D955-EEBA-43A9-9FC9-11845B63FA73}" dt="2025-11-11T16:28:21.563" v="34" actId="47"/>
        <pc:sldMkLst>
          <pc:docMk/>
          <pc:sldMk cId="1368417540" sldId="356"/>
        </pc:sldMkLst>
      </pc:sldChg>
      <pc:sldChg chg="del">
        <pc:chgData name="Arvind Krishna" userId="1da9ca94-ee30-4294-af17-4bf1db79f351" providerId="ADAL" clId="{5E04D955-EEBA-43A9-9FC9-11845B63FA73}" dt="2025-11-11T16:28:05.868" v="2" actId="47"/>
        <pc:sldMkLst>
          <pc:docMk/>
          <pc:sldMk cId="1288164533" sldId="359"/>
        </pc:sldMkLst>
      </pc:sldChg>
      <pc:sldChg chg="del">
        <pc:chgData name="Arvind Krishna" userId="1da9ca94-ee30-4294-af17-4bf1db79f351" providerId="ADAL" clId="{5E04D955-EEBA-43A9-9FC9-11845B63FA73}" dt="2025-11-11T16:28:05.710" v="1" actId="47"/>
        <pc:sldMkLst>
          <pc:docMk/>
          <pc:sldMk cId="854052994" sldId="384"/>
        </pc:sldMkLst>
      </pc:sldChg>
      <pc:sldChg chg="modSp del mod modAnim">
        <pc:chgData name="Arvind Krishna" userId="1da9ca94-ee30-4294-af17-4bf1db79f351" providerId="ADAL" clId="{5E04D955-EEBA-43A9-9FC9-11845B63FA73}" dt="2025-11-11T16:34:01.018" v="203" actId="47"/>
        <pc:sldMkLst>
          <pc:docMk/>
          <pc:sldMk cId="4172617316" sldId="385"/>
        </pc:sldMkLst>
        <pc:spChg chg="mod">
          <ac:chgData name="Arvind Krishna" userId="1da9ca94-ee30-4294-af17-4bf1db79f351" providerId="ADAL" clId="{5E04D955-EEBA-43A9-9FC9-11845B63FA73}" dt="2025-11-11T16:32:16.498" v="184" actId="20577"/>
          <ac:spMkLst>
            <pc:docMk/>
            <pc:sldMk cId="4172617316" sldId="385"/>
            <ac:spMk id="2" creationId="{567A805B-3FF4-B2BB-223C-A6EDB14245AE}"/>
          </ac:spMkLst>
        </pc:spChg>
        <pc:spChg chg="mod">
          <ac:chgData name="Arvind Krishna" userId="1da9ca94-ee30-4294-af17-4bf1db79f351" providerId="ADAL" clId="{5E04D955-EEBA-43A9-9FC9-11845B63FA73}" dt="2025-11-11T16:32:06.427" v="179"/>
          <ac:spMkLst>
            <pc:docMk/>
            <pc:sldMk cId="4172617316" sldId="385"/>
            <ac:spMk id="5" creationId="{4A23DD3C-D66D-451B-AE81-08CC275D03EF}"/>
          </ac:spMkLst>
        </pc:spChg>
      </pc:sldChg>
      <pc:sldChg chg="del">
        <pc:chgData name="Arvind Krishna" userId="1da9ca94-ee30-4294-af17-4bf1db79f351" providerId="ADAL" clId="{5E04D955-EEBA-43A9-9FC9-11845B63FA73}" dt="2025-11-11T16:28:06.156" v="4" actId="47"/>
        <pc:sldMkLst>
          <pc:docMk/>
          <pc:sldMk cId="1509786209" sldId="386"/>
        </pc:sldMkLst>
      </pc:sldChg>
      <pc:sldChg chg="modSp add mod ord modAnim">
        <pc:chgData name="Arvind Krishna" userId="1da9ca94-ee30-4294-af17-4bf1db79f351" providerId="ADAL" clId="{5E04D955-EEBA-43A9-9FC9-11845B63FA73}" dt="2025-11-11T16:35:23.066" v="287" actId="20577"/>
        <pc:sldMkLst>
          <pc:docMk/>
          <pc:sldMk cId="3884049008" sldId="386"/>
        </pc:sldMkLst>
        <pc:spChg chg="mod">
          <ac:chgData name="Arvind Krishna" userId="1da9ca94-ee30-4294-af17-4bf1db79f351" providerId="ADAL" clId="{5E04D955-EEBA-43A9-9FC9-11845B63FA73}" dt="2025-11-11T16:35:23.066" v="287" actId="20577"/>
          <ac:spMkLst>
            <pc:docMk/>
            <pc:sldMk cId="3884049008" sldId="386"/>
            <ac:spMk id="2" creationId="{B8622887-79AC-5960-96E8-C8DFCD593635}"/>
          </ac:spMkLst>
        </pc:spChg>
        <pc:spChg chg="mod">
          <ac:chgData name="Arvind Krishna" userId="1da9ca94-ee30-4294-af17-4bf1db79f351" providerId="ADAL" clId="{5E04D955-EEBA-43A9-9FC9-11845B63FA73}" dt="2025-11-11T16:32:00.945" v="178" actId="20577"/>
          <ac:spMkLst>
            <pc:docMk/>
            <pc:sldMk cId="3884049008" sldId="386"/>
            <ac:spMk id="5" creationId="{3418348A-9314-93D1-F5D4-3F0BB074C412}"/>
          </ac:spMkLst>
        </pc:spChg>
      </pc:sldChg>
      <pc:sldChg chg="del">
        <pc:chgData name="Arvind Krishna" userId="1da9ca94-ee30-4294-af17-4bf1db79f351" providerId="ADAL" clId="{5E04D955-EEBA-43A9-9FC9-11845B63FA73}" dt="2025-11-11T16:28:06.014" v="3" actId="47"/>
        <pc:sldMkLst>
          <pc:docMk/>
          <pc:sldMk cId="268254462" sldId="387"/>
        </pc:sldMkLst>
      </pc:sldChg>
      <pc:sldChg chg="del">
        <pc:chgData name="Arvind Krishna" userId="1da9ca94-ee30-4294-af17-4bf1db79f351" providerId="ADAL" clId="{5E04D955-EEBA-43A9-9FC9-11845B63FA73}" dt="2025-11-11T16:28:06.374" v="5" actId="47"/>
        <pc:sldMkLst>
          <pc:docMk/>
          <pc:sldMk cId="3442576731" sldId="388"/>
        </pc:sldMkLst>
      </pc:sldChg>
      <pc:sldChg chg="del">
        <pc:chgData name="Arvind Krishna" userId="1da9ca94-ee30-4294-af17-4bf1db79f351" providerId="ADAL" clId="{5E04D955-EEBA-43A9-9FC9-11845B63FA73}" dt="2025-11-11T16:28:06.759" v="7" actId="47"/>
        <pc:sldMkLst>
          <pc:docMk/>
          <pc:sldMk cId="3543892823" sldId="389"/>
        </pc:sldMkLst>
      </pc:sldChg>
      <pc:sldChg chg="del">
        <pc:chgData name="Arvind Krishna" userId="1da9ca94-ee30-4294-af17-4bf1db79f351" providerId="ADAL" clId="{5E04D955-EEBA-43A9-9FC9-11845B63FA73}" dt="2025-11-11T16:28:06.908" v="8" actId="47"/>
        <pc:sldMkLst>
          <pc:docMk/>
          <pc:sldMk cId="2732251373" sldId="390"/>
        </pc:sldMkLst>
      </pc:sldChg>
      <pc:sldChg chg="del">
        <pc:chgData name="Arvind Krishna" userId="1da9ca94-ee30-4294-af17-4bf1db79f351" providerId="ADAL" clId="{5E04D955-EEBA-43A9-9FC9-11845B63FA73}" dt="2025-11-11T16:28:07.039" v="9" actId="47"/>
        <pc:sldMkLst>
          <pc:docMk/>
          <pc:sldMk cId="1902018478" sldId="391"/>
        </pc:sldMkLst>
      </pc:sldChg>
      <pc:sldChg chg="del">
        <pc:chgData name="Arvind Krishna" userId="1da9ca94-ee30-4294-af17-4bf1db79f351" providerId="ADAL" clId="{5E04D955-EEBA-43A9-9FC9-11845B63FA73}" dt="2025-11-11T16:28:07.168" v="10" actId="47"/>
        <pc:sldMkLst>
          <pc:docMk/>
          <pc:sldMk cId="1706078546" sldId="392"/>
        </pc:sldMkLst>
      </pc:sldChg>
      <pc:sldChg chg="del">
        <pc:chgData name="Arvind Krishna" userId="1da9ca94-ee30-4294-af17-4bf1db79f351" providerId="ADAL" clId="{5E04D955-EEBA-43A9-9FC9-11845B63FA73}" dt="2025-11-11T16:28:08.154" v="12" actId="47"/>
        <pc:sldMkLst>
          <pc:docMk/>
          <pc:sldMk cId="1738487046" sldId="393"/>
        </pc:sldMkLst>
      </pc:sldChg>
      <pc:sldChg chg="del">
        <pc:chgData name="Arvind Krishna" userId="1da9ca94-ee30-4294-af17-4bf1db79f351" providerId="ADAL" clId="{5E04D955-EEBA-43A9-9FC9-11845B63FA73}" dt="2025-11-11T16:28:08.514" v="14" actId="47"/>
        <pc:sldMkLst>
          <pc:docMk/>
          <pc:sldMk cId="1624059784" sldId="394"/>
        </pc:sldMkLst>
      </pc:sldChg>
      <pc:sldChg chg="del">
        <pc:chgData name="Arvind Krishna" userId="1da9ca94-ee30-4294-af17-4bf1db79f351" providerId="ADAL" clId="{5E04D955-EEBA-43A9-9FC9-11845B63FA73}" dt="2025-11-11T16:28:12.842" v="21" actId="47"/>
        <pc:sldMkLst>
          <pc:docMk/>
          <pc:sldMk cId="294514060" sldId="395"/>
        </pc:sldMkLst>
      </pc:sldChg>
      <pc:sldChg chg="del">
        <pc:chgData name="Arvind Krishna" userId="1da9ca94-ee30-4294-af17-4bf1db79f351" providerId="ADAL" clId="{5E04D955-EEBA-43A9-9FC9-11845B63FA73}" dt="2025-11-11T16:28:09.011" v="15" actId="47"/>
        <pc:sldMkLst>
          <pc:docMk/>
          <pc:sldMk cId="627447057" sldId="396"/>
        </pc:sldMkLst>
      </pc:sldChg>
      <pc:sldChg chg="del ord">
        <pc:chgData name="Arvind Krishna" userId="1da9ca94-ee30-4294-af17-4bf1db79f351" providerId="ADAL" clId="{5E04D955-EEBA-43A9-9FC9-11845B63FA73}" dt="2025-11-11T16:28:17.967" v="33" actId="47"/>
        <pc:sldMkLst>
          <pc:docMk/>
          <pc:sldMk cId="1485279" sldId="397"/>
        </pc:sldMkLst>
      </pc:sldChg>
      <pc:sldChg chg="del">
        <pc:chgData name="Arvind Krishna" userId="1da9ca94-ee30-4294-af17-4bf1db79f351" providerId="ADAL" clId="{5E04D955-EEBA-43A9-9FC9-11845B63FA73}" dt="2025-11-11T16:28:09.206" v="16" actId="47"/>
        <pc:sldMkLst>
          <pc:docMk/>
          <pc:sldMk cId="140025205" sldId="398"/>
        </pc:sldMkLst>
      </pc:sldChg>
      <pc:sldChg chg="del">
        <pc:chgData name="Arvind Krishna" userId="1da9ca94-ee30-4294-af17-4bf1db79f351" providerId="ADAL" clId="{5E04D955-EEBA-43A9-9FC9-11845B63FA73}" dt="2025-11-11T16:28:08.370" v="13" actId="47"/>
        <pc:sldMkLst>
          <pc:docMk/>
          <pc:sldMk cId="208380414" sldId="399"/>
        </pc:sldMkLst>
      </pc:sldChg>
      <pc:sldChg chg="del">
        <pc:chgData name="Arvind Krishna" userId="1da9ca94-ee30-4294-af17-4bf1db79f351" providerId="ADAL" clId="{5E04D955-EEBA-43A9-9FC9-11845B63FA73}" dt="2025-11-11T16:28:09.357" v="17" actId="47"/>
        <pc:sldMkLst>
          <pc:docMk/>
          <pc:sldMk cId="1944403161" sldId="400"/>
        </pc:sldMkLst>
      </pc:sldChg>
      <pc:sldChg chg="del">
        <pc:chgData name="Arvind Krishna" userId="1da9ca94-ee30-4294-af17-4bf1db79f351" providerId="ADAL" clId="{5E04D955-EEBA-43A9-9FC9-11845B63FA73}" dt="2025-11-11T16:28:09.729" v="18" actId="47"/>
        <pc:sldMkLst>
          <pc:docMk/>
          <pc:sldMk cId="3837080214" sldId="401"/>
        </pc:sldMkLst>
      </pc:sldChg>
      <pc:sldChg chg="del">
        <pc:chgData name="Arvind Krishna" userId="1da9ca94-ee30-4294-af17-4bf1db79f351" providerId="ADAL" clId="{5E04D955-EEBA-43A9-9FC9-11845B63FA73}" dt="2025-11-11T16:28:15.419" v="32" actId="47"/>
        <pc:sldMkLst>
          <pc:docMk/>
          <pc:sldMk cId="1599570911" sldId="402"/>
        </pc:sldMkLst>
      </pc:sldChg>
      <pc:sldChg chg="del">
        <pc:chgData name="Arvind Krishna" userId="1da9ca94-ee30-4294-af17-4bf1db79f351" providerId="ADAL" clId="{5E04D955-EEBA-43A9-9FC9-11845B63FA73}" dt="2025-11-11T16:28:13.296" v="23" actId="47"/>
        <pc:sldMkLst>
          <pc:docMk/>
          <pc:sldMk cId="3653570648" sldId="403"/>
        </pc:sldMkLst>
      </pc:sldChg>
      <pc:sldChg chg="del">
        <pc:chgData name="Arvind Krishna" userId="1da9ca94-ee30-4294-af17-4bf1db79f351" providerId="ADAL" clId="{5E04D955-EEBA-43A9-9FC9-11845B63FA73}" dt="2025-11-11T16:28:15.230" v="31" actId="47"/>
        <pc:sldMkLst>
          <pc:docMk/>
          <pc:sldMk cId="2328434114" sldId="404"/>
        </pc:sldMkLst>
      </pc:sldChg>
      <pc:sldChg chg="del">
        <pc:chgData name="Arvind Krishna" userId="1da9ca94-ee30-4294-af17-4bf1db79f351" providerId="ADAL" clId="{5E04D955-EEBA-43A9-9FC9-11845B63FA73}" dt="2025-11-11T16:28:14.892" v="30" actId="47"/>
        <pc:sldMkLst>
          <pc:docMk/>
          <pc:sldMk cId="2822556530" sldId="405"/>
        </pc:sldMkLst>
      </pc:sldChg>
      <pc:sldChg chg="del">
        <pc:chgData name="Arvind Krishna" userId="1da9ca94-ee30-4294-af17-4bf1db79f351" providerId="ADAL" clId="{5E04D955-EEBA-43A9-9FC9-11845B63FA73}" dt="2025-11-11T16:28:06.533" v="6" actId="47"/>
        <pc:sldMkLst>
          <pc:docMk/>
          <pc:sldMk cId="938421073" sldId="407"/>
        </pc:sldMkLst>
      </pc:sldChg>
      <pc:sldChg chg="del">
        <pc:chgData name="Arvind Krishna" userId="1da9ca94-ee30-4294-af17-4bf1db79f351" providerId="ADAL" clId="{5E04D955-EEBA-43A9-9FC9-11845B63FA73}" dt="2025-11-11T16:28:14.489" v="28" actId="47"/>
        <pc:sldMkLst>
          <pc:docMk/>
          <pc:sldMk cId="432051518" sldId="409"/>
        </pc:sldMkLst>
      </pc:sldChg>
      <pc:sldChg chg="del">
        <pc:chgData name="Arvind Krishna" userId="1da9ca94-ee30-4294-af17-4bf1db79f351" providerId="ADAL" clId="{5E04D955-EEBA-43A9-9FC9-11845B63FA73}" dt="2025-11-11T16:28:10.120" v="19" actId="47"/>
        <pc:sldMkLst>
          <pc:docMk/>
          <pc:sldMk cId="3112436611" sldId="410"/>
        </pc:sldMkLst>
      </pc:sldChg>
      <pc:sldChg chg="del">
        <pc:chgData name="Arvind Krishna" userId="1da9ca94-ee30-4294-af17-4bf1db79f351" providerId="ADAL" clId="{5E04D955-EEBA-43A9-9FC9-11845B63FA73}" dt="2025-11-11T16:28:12.443" v="20" actId="47"/>
        <pc:sldMkLst>
          <pc:docMk/>
          <pc:sldMk cId="84817579" sldId="411"/>
        </pc:sldMkLst>
      </pc:sldChg>
      <pc:sldChg chg="del">
        <pc:chgData name="Arvind Krishna" userId="1da9ca94-ee30-4294-af17-4bf1db79f351" providerId="ADAL" clId="{5E04D955-EEBA-43A9-9FC9-11845B63FA73}" dt="2025-11-11T16:28:13.787" v="26" actId="47"/>
        <pc:sldMkLst>
          <pc:docMk/>
          <pc:sldMk cId="2121416878" sldId="412"/>
        </pc:sldMkLst>
      </pc:sldChg>
      <pc:sldChg chg="del">
        <pc:chgData name="Arvind Krishna" userId="1da9ca94-ee30-4294-af17-4bf1db79f351" providerId="ADAL" clId="{5E04D955-EEBA-43A9-9FC9-11845B63FA73}" dt="2025-11-11T16:28:14.684" v="29" actId="47"/>
        <pc:sldMkLst>
          <pc:docMk/>
          <pc:sldMk cId="3918705840" sldId="41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1952-4C8C-594A-8D47-CC3EBD31CD6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E9FD-FA40-FC48-8917-175ED0BCC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048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2BA9-193E-D440-8A2C-9653656F2AE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3C63D-0C1A-0E4C-A0BD-8D65A9542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1B231-5950-EBDE-8196-344EED13D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7BBFE-E5FF-5E29-AF2A-71428828E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160CC-C95F-A164-B283-7D5CAFD1C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A14CF-A9A6-536C-46FB-EF7171BD6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7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9F578-C62F-8643-7DAB-5745DF86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4C94A-9668-43A8-6D57-C6E6C2F89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6D198-7D7C-3C7C-D140-0A4CBDDAD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E01F6-42F3-EA48-0D5C-2C4920B35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73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34CFF-E67C-D229-57E4-1465B723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B1227-4A20-E88B-5D84-4A9E2F851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1394C-547B-EE6F-7CB7-172E234FF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09124-1DFB-FB35-6699-DE7E35F28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68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AD0D8-5F06-F69C-B793-39EC326D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1FC5B-F283-CE53-B434-D8068B56A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5C20D-C267-198F-8B2F-5C8989954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04458-51A8-EF24-84D9-ADA621801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55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AB74B-5A2B-77B0-41AF-E8FC35CC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AF5EE-A37F-04F2-ADC3-5AA65AC52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75A95-4668-A652-DBF8-89E13F3EF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63EB0-055F-25E1-CE3E-B2385EBE7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2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542060"/>
            <a:ext cx="9144000" cy="205416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  <p:pic>
        <p:nvPicPr>
          <p:cNvPr id="3" name="Picture 2" descr="NWU PPT Wide Opt 3_Separato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469120" y="26924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7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3421027-4EC0-9C48-8CFB-B8A3104CB056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FC7990E-B991-4093-83B3-A18ADEE8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176C-065F-124D-AAA4-94F2B7A2EC7C}" type="datetime1">
              <a:rPr lang="en-US" smtClean="0"/>
              <a:t>11/12/2025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155C06B-129A-45E0-9FC4-C876AA7D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D8689AB-F3DD-431A-8DEB-DF172B74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9AB8213-A564-3C44-8CA0-968996562138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0A83DA12-03A5-114A-ABAE-78CD6BB6AC19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3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FFF386F-14E4-954A-9EC2-E277FFD66D49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2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8FFCF06-3344-8345-BEA6-DDAEFCC6ECCE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7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84C6D879-35D4-554E-9D6D-93E8130AA922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AB182AE3-760A-8E44-AB65-03A533386DFC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4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>
                <a:latin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362BA78-8688-C546-A03A-2A39F84C0B58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EF5B9135-15EF-DE46-84CC-16626B0FAF7F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136197" y="-30456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2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7ADD-011F-3541-9724-9C7FC92455D5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A818A64-FA37-402B-88D1-DC1589E6433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50" y="4788298"/>
            <a:ext cx="1511300" cy="115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176C-065F-124D-AAA4-94F2B7A2EC7C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9428480" y="34036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6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65D21C53-F609-450B-9FB4-BBCCBC34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720" y="1308172"/>
            <a:ext cx="8463281" cy="7958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STAT390: Data science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722" y="2760439"/>
            <a:ext cx="8463280" cy="94887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Project 1: CMIL Classification</a:t>
            </a:r>
          </a:p>
          <a:p>
            <a:r>
              <a:rPr lang="en-US" sz="2000" dirty="0">
                <a:solidFill>
                  <a:srgbClr val="FFFFFF"/>
                </a:solidFill>
              </a:rPr>
              <a:t>Post modeling analysis / next steps</a:t>
            </a:r>
          </a:p>
        </p:txBody>
      </p:sp>
    </p:spTree>
    <p:extLst>
      <p:ext uri="{BB962C8B-B14F-4D97-AF65-F5344CB8AC3E}">
        <p14:creationId xmlns:p14="http://schemas.microsoft.com/office/powerpoint/2010/main" val="415433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D87BC-02FD-8B6B-01F0-78E2309A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A097A-7649-A838-D8F3-9381B8603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18348A-9314-93D1-F5D4-3F0BB074C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677" y="223723"/>
            <a:ext cx="7772400" cy="808701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modeling analysis / next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622887-79AC-5960-96E8-C8DFCD593635}"/>
              </a:ext>
            </a:extLst>
          </p:cNvPr>
          <p:cNvSpPr txBox="1"/>
          <p:nvPr/>
        </p:nvSpPr>
        <p:spPr>
          <a:xfrm>
            <a:off x="491127" y="1109731"/>
            <a:ext cx="8116511" cy="37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different sets of train, test,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hard to classify cases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patches based on size - low attention patches seem to be of lower size - plot patch size vs attention, iterative procedure to remove patches? We can get more patches of the preferred size if necessary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Patches of the same size with stroma replaced by white space - has there been any research with patches of different sizes? Will miss patches of very large size - spanning across large epithelium widths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Oversampling minority class,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majority class - reduce class imbalance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attention used in literature? Effect of too many tiers in hierarchy on performance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code?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accuracy of cases where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stain had the highest attention?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12: What does it mean when patch attention is higher in Sox10, but stain attention is higher 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h&amp;e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attention, non linear layer before last layer, batch norm tuning, regularization (but underfitting?)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base model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Kimianet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resnet50,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Coatnet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EfficientNetb3, etc.)</a:t>
            </a:r>
          </a:p>
        </p:txBody>
      </p:sp>
    </p:spTree>
    <p:extLst>
      <p:ext uri="{BB962C8B-B14F-4D97-AF65-F5344CB8AC3E}">
        <p14:creationId xmlns:p14="http://schemas.microsoft.com/office/powerpoint/2010/main" val="388404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925A8-9638-1943-85C4-61632CF6C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8C729-6A63-3A2B-FD30-7E6EBD58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91E5B4-AD9C-5E96-C974-35044A65D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677" y="223723"/>
            <a:ext cx="7772400" cy="808701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modeling analysis / next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9675A9-3195-FF3C-BAB2-21700AB9A795}"/>
              </a:ext>
            </a:extLst>
          </p:cNvPr>
          <p:cNvSpPr txBox="1"/>
          <p:nvPr/>
        </p:nvSpPr>
        <p:spPr>
          <a:xfrm>
            <a:off x="491127" y="1109731"/>
            <a:ext cx="8116511" cy="3417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per slice cap of 500? - check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top n 8?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slices per stain = 5? - check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low attention patches, after every ‘n’ epochs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for patches is calculated for slice level, then why are there only sox10 patches with low attention?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patch_size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attention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regions of high attention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possible with the patch suffix, are they spread out, or spread across the slice – plotting attention vs patch suffix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test datasets needed to test all benign cases at least once – get the best possible and worst possible recall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case 91 from training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learning rate further, until a minimum is found – with scheduler?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can be misleading</a:t>
            </a:r>
          </a:p>
          <a:p>
            <a:pPr marL="342900" indent="-342900" algn="just">
              <a:lnSpc>
                <a:spcPts val="2200"/>
              </a:lnSpc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4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DC4F-E722-8E6B-B832-0BFFBB42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D867C-9FE0-28CD-EFE2-3E70A447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E249B8-AAE7-6D96-0E0C-FD4E7A132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677" y="223723"/>
            <a:ext cx="7772400" cy="808701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modeling analysis / next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A1050-9E27-A34E-84E0-8173E9AB6DAD}"/>
              </a:ext>
            </a:extLst>
          </p:cNvPr>
          <p:cNvSpPr txBox="1"/>
          <p:nvPr/>
        </p:nvSpPr>
        <p:spPr>
          <a:xfrm>
            <a:off x="491127" y="1109731"/>
            <a:ext cx="8116511" cy="3654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collapse: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peaks the attention score, particularly when done repeatedly – calculate effective patch attention by multiplying attention at the 3 levels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Fixes of attention collapse: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regularization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penalty on attention score in the loss function – use elastic net (L1 for sparsity – get rid of unimportant patches, and L2 to keep scores low – avoid too much skewness in attention score distribution)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normalization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transformer – transformer can aggregate across hierarchical units more robustly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 attention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stain performance separately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effective attention score of each patch by multiplying the patch attention with the corresponding slice attention and the stain attention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h&amp;e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patches have more or less similar attention scores, give more importance to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h&amp;e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else give more importance to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and sox10 – using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h&amp;e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suspicion, and then using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and sox10portance  for evidence</a:t>
            </a:r>
          </a:p>
          <a:p>
            <a:pPr marL="342900" indent="-342900" algn="just">
              <a:lnSpc>
                <a:spcPts val="2000"/>
              </a:lnSpc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40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18F0-2442-D348-4938-8FD998C0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D049D-62BD-7BB9-BAE8-401262649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25071D-E3DD-5375-6CBC-647C8C74B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677" y="223723"/>
            <a:ext cx="7772400" cy="808701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comments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938F5C-F430-DD3A-B80A-4AEAB41B227F}"/>
              </a:ext>
            </a:extLst>
          </p:cNvPr>
          <p:cNvSpPr txBox="1"/>
          <p:nvPr/>
        </p:nvSpPr>
        <p:spPr>
          <a:xfrm>
            <a:off x="491127" y="1109731"/>
            <a:ext cx="8116511" cy="3398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Melan-A: 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features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the distribution of melanocytes across the width of the epithelium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grade features are easy to see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relatively robust as compared to other stains</a:t>
            </a:r>
          </a:p>
          <a:p>
            <a:pPr algn="just">
              <a:lnSpc>
                <a:spcPts val="2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Sox10: 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both architectural features, and cytological features, i.e., shape and size of melanocytes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Sox10 shows the layer in which we observe the melanocytes</a:t>
            </a:r>
          </a:p>
          <a:p>
            <a:pPr algn="just">
              <a:lnSpc>
                <a:spcPts val="2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H&amp;E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the features shown by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and sox10, H&amp;E shows relationship with other cells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first stain that pathologists see to identify if there is any suspicion (of high-grade). In case of suspicion, they check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and sox10 for evidence</a:t>
            </a:r>
          </a:p>
          <a:p>
            <a:pPr algn="just">
              <a:lnSpc>
                <a:spcPts val="2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3 stains are more or less equally important, like steering wheel, engine, and transmission are important to drive a car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2000"/>
              </a:lnSpc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75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41D46-4706-31CA-216F-CDCE9CDF1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9C203-ED71-343B-8D7E-27FCD744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D87F67-094D-22A9-CA86-F3A65EF4C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677" y="223723"/>
            <a:ext cx="7772400" cy="808701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comments: Hard-to-classify-benign cases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E6FE0B-81B1-DC80-AEE8-F551E88414A4}"/>
              </a:ext>
            </a:extLst>
          </p:cNvPr>
          <p:cNvSpPr txBox="1"/>
          <p:nvPr/>
        </p:nvSpPr>
        <p:spPr>
          <a:xfrm>
            <a:off x="491127" y="1109731"/>
            <a:ext cx="8116511" cy="314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Case 46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pale purple cells are goblet cells (google to see). 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expected in benign cases, and the model should be trained on them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you see goblet cells in training data</a:t>
            </a:r>
          </a:p>
          <a:p>
            <a:pPr algn="just">
              <a:lnSpc>
                <a:spcPts val="2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Case 79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part of the epithelium is indeed difficult to classify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inexperienced ophthalmic pathologist may make a mistake and classify this is high-grade or low-grade if they see only H&amp;E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experienced pathologist will see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and sox10 in this case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cells that you see are keratinocytes – they can look bigger and more pink, similar to high-grade. </a:t>
            </a:r>
          </a:p>
          <a:p>
            <a:pPr marL="800100" lvl="1" indent="-342900" algn="just">
              <a:lnSpc>
                <a:spcPts val="2000"/>
              </a:lnSpc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should see more immune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and sox10) to confirm suspicion</a:t>
            </a:r>
          </a:p>
          <a:p>
            <a:pPr algn="just">
              <a:lnSpc>
                <a:spcPts val="2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12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3 Traditional Purple with White - Widescreen - Weinberg College" id="{809EFC10-DA25-4E1C-9B5D-C469531FFC25}" vid="{337FE359-31D3-444A-8F80-790C381A07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1_Introduction</Template>
  <TotalTime>22029</TotalTime>
  <Words>808</Words>
  <Application>Microsoft Office PowerPoint</Application>
  <PresentationFormat>On-screen Show (16:9)</PresentationFormat>
  <Paragraphs>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STAT390: Data science project</vt:lpstr>
      <vt:lpstr>Post modeling analysis / next steps</vt:lpstr>
      <vt:lpstr>Post modeling analysis / next steps</vt:lpstr>
      <vt:lpstr>Post modeling analysis / next steps</vt:lpstr>
      <vt:lpstr>Stakeholder comments</vt:lpstr>
      <vt:lpstr>Stakeholder comments: Hard-to-classify-benign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303-1: Data Science 1 with Python</dc:title>
  <dc:creator>Arvind Krishna</dc:creator>
  <cp:lastModifiedBy>Arvind Krishna</cp:lastModifiedBy>
  <cp:revision>380</cp:revision>
  <dcterms:created xsi:type="dcterms:W3CDTF">2021-09-16T19:30:00Z</dcterms:created>
  <dcterms:modified xsi:type="dcterms:W3CDTF">2025-11-18T09:02:40Z</dcterms:modified>
</cp:coreProperties>
</file>